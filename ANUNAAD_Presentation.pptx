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ANUNAAD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03120" y="2240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8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अनुनाद  •  Living Cultural Discovery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DF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«Every tradition deserves to resonate.»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8D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contemporary editorial bridge connecting The Keepers of rare, regional, and endangered arts with curious learners, audiences, and patrons worldwide.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 •  Listen  •  Learn  •  Carry It Forward   |   Project Architecture &amp;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Philosophy &amp; Meaning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1188720"/>
          </a:xfrm>
          <a:prstGeom prst="roundRect">
            <a:avLst>
              <a:gd name="adj" fmla="val 11538"/>
            </a:avLst>
          </a:prstGeom>
          <a:solidFill>
            <a:srgbClr val="F5F2EA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«Culture should not only be preserved in archives. It should continue to live through people.»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512064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KEEPERS (कलाकार व गुरु)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Masters, musicians, dancers, craftsmen, storytellers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Guardians of rare lineages passed through generations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Carrying unwritten ragas, regional epics, and sacred craft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Seeking dignity, direct patronage, and eager apprentices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512064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CURIOUS (जिज्ञासु व साधक)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4747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Seekers wanting to discover authentic, rare traditions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Learners seeking direct masterclasses &amp; 1-on-1 mentorship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Audiences desiring intimate baithaks &amp; studio walks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Patrons providing direct financial support to keep arts alive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Crisis Facing Traditional Knowledge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Disappearance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oral compositions, puppetry, and craft skills vanish when an aging master passes away without apprentices.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Archival Isolation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arts are often locked in institutional storage or PDF archives instead of being actively practiced and shared.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Precarity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Intermediaries and extractive models leave artists with pennies. Masters are forced to abandon their heritage for daily survival.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23960" y="155448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0684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Commoditization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292608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corporate marketplaces reduce sacred knowledge to cheap consumer souvenirs without attribution or consent.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HERITAGE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Traditions Across India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Semi-Classical Vocal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desert microtones &amp; Kamaicha bowing preserved by Manganiyar lineages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55448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916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Pandavani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Storytelling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560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Mahabharata oral ballads narrated with Tambura twirling &amp; dramatic fury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6916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/ JHARKHAND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Chhau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2860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Martial Dance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560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Colossal clay masks sculpted in Charida with acrobatic combat leaps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23960" y="155448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16916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DELTA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61120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0" y="22860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Mystic Music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2560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Non-conformist egalitarian songs seeking the inner divine (Moner Manush)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79476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9319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Tholu Bommalata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45262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Puppetry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800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6-foot illuminated goat-hide puppets performing night-long oral epics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379476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9319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6616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Sattriya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66160" y="45262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Monastic Dance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0" y="4800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500-year-old classical prayer preserved in Majuli island river Sattras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79476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9319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MITHILA, BIHAR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Madhubani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63640" y="45262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Visual Art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4800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Intricate Kohbar frescoes painted with bamboo twigs &amp; natural plant dyes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823960" y="379476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0" y="39319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(KUTCH)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96112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Rogan Art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61120" y="45262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Castor Oil Craft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961120" y="4800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400-year castor oil stylus painting preserved by a single family lineage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Storytelling Discovery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514600" cy="42062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Curious Encounter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«You may have never heard of this.»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encounter rare acoustic soundbites, high-res field imagery, and unwritten cultural stories in an infinite editorial feed.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514600" cy="42062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Connection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«Meet the person keeping it alive.»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320040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 to the living keeper: oral lineage tree, master’s philosophy, and generational transmission timeline.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514600" cy="42062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Transmission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«Learn from the source.»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20040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in live interactive masterclasses, 1-on-1 vocal riyaz, or immersive 6-month guru-shishya apprenticeships.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23960" y="1645920"/>
            <a:ext cx="2514600" cy="4206240"/>
          </a:xfrm>
          <a:prstGeom prst="roundRect">
            <a:avLst>
              <a:gd name="adj" fmla="val 5455"/>
            </a:avLst>
          </a:prstGeom>
          <a:solidFill>
            <a:srgbClr val="F5F2EA"/>
          </a:solidFill>
          <a:ln w="19050">
            <a:solidFill>
              <a:srgbClr val="C85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06840" y="2148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 Patronage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0684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«Support &amp; carry forward.»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06840" y="320040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patron contributions (95% to artist), intimate courtyard baithaks, and verifiable economic empowerment.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ETHICS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Artist-First Economic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84048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Economic Principle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«When you learn, experience, buy or support through ANUNAAD, the majority of what you pay goes directly to the people who keep these traditions alive.»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Server-Side Calculation: Never relying on client inputs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Fee Transparency: Never hiding deductions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Artist Wallet: Clear breakdown of gross, platform fee, and net balance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Razorpay Route Integration: Marketplace split-payment ready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6583680" cy="42976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3C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8D1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Support / Tips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4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patron contribution for instruments &amp; living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One-on-One Mentorship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4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hourly oral transmission and private riyaz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Masterclasses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4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Multi-part live video cohorts &amp; practice audio loops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6-Month Apprenticeships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4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fellowship including residential baithaks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Baithaks &amp; Gatherings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4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Intimate acoustic courtyard seats &amp; village walks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Ecosystem (Learner, Artist, Admin)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977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LEARNER PORTAL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Curious Audience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3063240" cy="18288"/>
          </a:xfrm>
          <a:prstGeom prst="rect">
            <a:avLst/>
          </a:prstGeom>
          <a:solidFill>
            <a:srgbClr val="E8E2D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6032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Enrolled Workshops &amp; Cohorts with live video join links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 Keepers &amp; Cultural Heritage Watchlist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Payment Invoices &amp; Razorpay receipts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inquiry channel with artists without phone disclosure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cultural collection and certificates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85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 DASHBOARD &amp; WALLET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103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Keepers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2423160"/>
            <a:ext cx="3063240" cy="18288"/>
          </a:xfrm>
          <a:prstGeom prst="rect">
            <a:avLst/>
          </a:prstGeom>
          <a:solidFill>
            <a:srgbClr val="E8E2D5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56032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Artist Wallet (Available balance, pending bank settlements)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double-entry calculation for every order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One-click bank payout request via Razorpay Route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Course, workshop, and apprenticeship schedule creator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Artist badge management (✓ Verified Artist)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155448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D4F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 ADMIN &amp; CMS CONSOLE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2103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 &amp; Curators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2423160"/>
            <a:ext cx="3063240" cy="18288"/>
          </a:xfrm>
          <a:prstGeom prst="rect">
            <a:avLst/>
          </a:prstGeom>
          <a:solidFill>
            <a:srgbClr val="E8E2D5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256032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Platform KPIs (GMV, Artist Payouts, Net Commission)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Artist Verification Pipeline (review lineage, approve/reject)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Website CMS (update hero text, banners without code)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Commission Engine (80/20, 95/5 configurable)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Audit Trail &amp; Emergency Platform Kill Switches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Security, Ledger Integrity &amp; Payments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Trust the 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pricing, fee cuts, and artist shares are calculated server-side. The frontend cannot tamper with monetary amounts.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HMAC-SHA256 Signatures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1488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Razorpay payment confirmation and webhook is cryptographically authenticated with SHA256 secrets before marking orders paid.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5544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Double-Entry Immutable Ledger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transactions are stored with cryptographic reference hashes. Past transactions never change when admin alters commission rules.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77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Card Data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compliance: No credit card numbers, CVVs, or UPI PINs touch ANUNAAD servers. Handled strictly by PCI-certified gateway.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37947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977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Middleware &amp; MFA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43891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Express JWT auth guards with Super Admin 2FA enforcement, preventing cross-user profile or wallet access.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37947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3977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Security Headers &amp; Audit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43891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Equipped with X-Frame-Options, XSS protection, Content-Type sniffing prevention, and complete audit logging of admin operations.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FEASIBILITY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Zero-Cost, 100% Free Open-Source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097280"/>
          </a:xfrm>
          <a:prstGeom prst="roundRect">
            <a:avLst>
              <a:gd name="adj" fmla="val 12500"/>
            </a:avLst>
          </a:prstGeom>
          <a:solidFill>
            <a:srgbClr val="EDF5F0"/>
          </a:solidFill>
          <a:ln w="19050">
            <a:solidFill>
              <a:srgbClr val="2D4F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100% Free &amp; Legal Open-Source Stack  •  Zero Paid Cloud Subscriptions  •  Runs Locally on Any Computer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44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UI: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9443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+ Tailwind CSS v4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735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 fast load times, warm editorial typography, zero paid themes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283464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944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REST API: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29443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Express + JWT + OWASP Security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32735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portable, standard REST contracts with zero lock-in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95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&amp; Ledger: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9959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File-backed ACID JSON Store with WAL Mode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32511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 paid cloud Postgres/Supabase instance; zero monthly cost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995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Engine: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39959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HTML5 Web Audio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32511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waveform bars &amp; acoustic field recordings with zero 3rd-party charges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047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Map: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50474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Vector SVG Geographical Component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537667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Google Maps API billing or tracking; lightweight subcontinental pins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493776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5047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 Sandbox: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18120" y="50474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Route Architecture with Mock 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537667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signature validation without needing live credit card charges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GUIDING PRINCIPLES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Ethics &amp; Non-Extractive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 is Not a Commodity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knowledge is an ensouled transmission, not an intellectual property dataset to be packaged and sold without roots.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783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 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Keeper Authority &amp; Ownership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retain 100% control over what is recorded, what can be shared publicly, and what remains private within their gurukulas.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83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 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Attribution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 form clearly credits its historical roots, community origins, and the specific guru lineage that preserved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23960" y="155448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783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 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0684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Multi-Perspective Editorial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283464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 form page explicitly distinguishes Archival Historical Context, Community Oral Lore, and Contemporary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GROWTH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Roadmap &amp; Social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C85A32"/>
          </a:solidFill>
          <a:ln w="12700">
            <a:solidFill>
              <a:srgbClr val="C85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85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(LAUNCHED)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Core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3063240" cy="18288"/>
          </a:xfrm>
          <a:prstGeom prst="rect">
            <a:avLst/>
          </a:prstGeom>
          <a:solidFill>
            <a:srgbClr val="E8E2D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9748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14-section homepage &amp; infinite Discover feed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 8 living traditions &amp; verified master keepers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player bar &amp; interactive regional India map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Double-entry wallet ledger &amp; Razorpay Route sandbox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 Admin CMS &amp; verification approval 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37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(NEXT 6 MONTHS)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2057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Field Expansion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2560320"/>
            <a:ext cx="3063240" cy="18288"/>
          </a:xfrm>
          <a:prstGeom prst="rect">
            <a:avLst/>
          </a:prstGeom>
          <a:solidFill>
            <a:srgbClr val="E8E2D5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69748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50+ living masters across northeast &amp; tribal zones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 recording fellowship for endangered oral instruments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Android/iOS mobile experience for remote masters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Multi-lingual oral interviews in Maithili, Bengali, Marwari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baithaks hosted in historic heritage havelis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155448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737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(LONG TERM)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38160" y="2057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&amp; Global Bridges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2560320"/>
            <a:ext cx="3063240" cy="18288"/>
          </a:xfrm>
          <a:prstGeom prst="rect">
            <a:avLst/>
          </a:prstGeom>
          <a:solidFill>
            <a:srgbClr val="E8E2D5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269748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Partnerships with Sangeet Natak Akademi &amp; cultural foundations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Apprenticeship scholarship fund sponsored by cultural patrons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Living archive replication across South Asian diaspora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Fair-trade artisan direct marketplace for handmade instruments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8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ANUNAAD  |  अनुनाद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i="1" dirty="0">
                <a:solidFill>
                  <a:srgbClr val="FDF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«Some traditions disappear quietly.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i="1" dirty="0">
                <a:solidFill>
                  <a:srgbClr val="FDF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find another voice.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i="1" dirty="0">
                <a:solidFill>
                  <a:srgbClr val="FDF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person who listens.»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tradition deserves to resonate.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10515600" cy="18288"/>
          </a:xfrm>
          <a:prstGeom prst="rect">
            <a:avLst/>
          </a:prstGeom>
          <a:solidFill>
            <a:srgbClr val="3A363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URL: http://localhost:3000   •   Backend API: http://localhost:5000   •   Email: admin@anunaad.org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100% Free &amp; Open-Source Software   •   Zero Proprietary Cloud Costs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ANUNAAD (अनुनाद) — Every Tradition Deserves to Resonate</dc:title>
  <dc:subject>Living Traditions &amp; Sustainable Artist Economy Platform</dc:subject>
  <dc:creator>ANUNAAD Cultural Platform</dc:creator>
  <cp:lastModifiedBy>ANUNAAD Cultural Platform</cp:lastModifiedBy>
  <cp:revision>1</cp:revision>
  <dcterms:created xsi:type="dcterms:W3CDTF">2026-10-15T04:53:23Z</dcterms:created>
  <dcterms:modified xsi:type="dcterms:W3CDTF">2026-10-15T04:53:23Z</dcterms:modified>
</cp:coreProperties>
</file>